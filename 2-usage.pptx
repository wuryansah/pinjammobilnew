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CARA PENGGUNAAN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SISTEM PINJAM MOBIL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Login sebagai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Buka halaman web: domain.com/login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Masukkan email admin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Masukkan password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tombol 'Masuk' atau 'Login'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Dashboard Admin: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Menu tambah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Kelola driver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Setetujui permintaan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Laporan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Login sebagai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Buka halaman login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Masukkan email manager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Masukkan password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'Masuk'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Dashboard Manager: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Melihat dan menyetujui permintaan bawahannya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Login sebagai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Buka halaman login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Masukkan email driver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Masukkan password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'Masuk'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Dashboard Driver: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Melihat trip yang ditugaskan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Mulai/selesaikan perjalanan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Login sebagai KARYAWAN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Buka halaman login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Masukkan email karyawan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Masukkan password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'Masuk'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Dashboard Karyawan: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Membuat permintaan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Melihat status permintaan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Tambah Kendaraan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Klik menu 'Kendaraan' di sidebar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tombol '+ Tambah'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Isi data kendaraan: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Plat nomor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Merek dan tipe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Jenis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Tahun pembuatan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Kilometer saat ini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Status ketersediaan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'Simpan'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Kendaraan baru siap ditugaskan.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Buat Permintaan (Karyawan)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Klik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tombol '+ Buat 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Isi formulir: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Tujuan: Lokasi tujuan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Keperluan: Untuk apa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 Mulai: Kapan membutuhkan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 Selesai: Kapan mengembalikan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Waktu Mulai &amp; Selesai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'Kirim Permintaan'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Setuju Permintaan (Manager)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Login sebagai Manager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Lihat notifikasi permintaan baru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Klik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Pilih permintaan yang masuk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Klik tombol 'Setuju' atau 'Tolak'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Jika setuju: Klik tanpa catatan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Jika tolak: Beri alasan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Setelah di-setuju manager, request masuk ke admin.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Assign Driver &amp; Kendaraan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Login sebagai Admin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Pergi ke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Cari request status 'Disetujui Manager'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'Detail'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Pilih kendaraan (yang tersedia)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Pilih driver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Tambah catatan jika perlu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8. Klik 'Setuju &amp; Tugaskan'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Mulai Perjalanan (Driver)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Login sebagai Driver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Lihat notifikasi penugasan baru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Klik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Cari trip yang ditugaskan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Klik 'Mulai Perjalanan'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Input Kilometer Awal (lihat odometer)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Klik 'Mulai'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Status berubah: Dalam Perjalanan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Selesai Perjalanan (Driver)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Setelah sampai dan kembali ke base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Pergi ke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Cari trip yang sedang berlangsung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'Selesai Perjalanan'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Input Kilometer Akhir (lihat odometer)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Tambah catatan jika perlu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Klik 'Selesai'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Status menjadi Selesai. Kendaraan tersedia.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Catat Penggunaan BBM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Klik menu 'BBM'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tombol '+ Tambah'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Isi formulir: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Pilih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 pengisian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Jumlah Liter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Total Biaya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Km Saat Ini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Nota: Upload foto (opsional)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'Simpan'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Lihat Laporan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Login sebagai Admin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menu 'Laporan'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Pilih jenis laporan: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Riwayat Perjalanan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Laporan BBM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Atur filter: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 mulai - selesai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Kendaraan tertentu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Driver tertentu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Klik 'Tampilkan'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Klik 'Export PDF' untuk download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Kelola User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Klik menu 'Pengguna'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Lihat daftar semua user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Tambah User Baru: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Klik '+ Tambah'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Isi: Nama, Email, Role, Dept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Password default: 'password'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Edit User: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Klik tombol edit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Ubah data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Simpan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Hapus User: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Klik hapus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Konfirmasi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TERIMA KASIH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Sekarang Anda siap menggunakan sistem!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