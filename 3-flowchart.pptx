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D4FF"/>
                </a:solidFill>
              </a:defRPr>
            </a:pPr>
            <a:r>
              <a:t>FLOWCHART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SISTEM PINJAM MOBIL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D700"/>
                </a:solidFill>
              </a:defRPr>
            </a:pPr>
            <a:r>
              <a:t>FLOWCHART PROSES UTAMA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0" y="731520"/>
            <a:ext cx="3657600" cy="548640"/>
          </a:xfrm>
          <a:prstGeom prst="roundRect">
            <a:avLst/>
          </a:prstGeom>
          <a:solidFill>
            <a:srgbClr val="9B59B6"/>
          </a:solidFill>
          <a:ln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KARYAWAN</a:t>
            </a:r>
            <a:br/>
            <a:r>
              <a:t>Buat Permintaan</a:t>
            </a:r>
          </a:p>
        </p:txBody>
      </p:sp>
      <p:sp>
        <p:nvSpPr>
          <p:cNvPr id="4" name="Down Arrow 3"/>
          <p:cNvSpPr/>
          <p:nvPr/>
        </p:nvSpPr>
        <p:spPr>
          <a:xfrm>
            <a:off x="5669280" y="1280160"/>
            <a:ext cx="274320" cy="365760"/>
          </a:xfrm>
          <a:prstGeom prst="downArrow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0" y="1463040"/>
            <a:ext cx="3657600" cy="548640"/>
          </a:xfrm>
          <a:prstGeom prst="round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PENDING</a:t>
            </a:r>
            <a:br/>
            <a:r>
              <a:t>(Menunggu)</a:t>
            </a:r>
          </a:p>
        </p:txBody>
      </p:sp>
      <p:sp>
        <p:nvSpPr>
          <p:cNvPr id="6" name="Down Arrow 5"/>
          <p:cNvSpPr/>
          <p:nvPr/>
        </p:nvSpPr>
        <p:spPr>
          <a:xfrm>
            <a:off x="5669280" y="2011680"/>
            <a:ext cx="274320" cy="365760"/>
          </a:xfrm>
          <a:prstGeom prst="downArrow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0" y="2194560"/>
            <a:ext cx="3657600" cy="548640"/>
          </a:xfrm>
          <a:prstGeom prst="round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MANAGER</a:t>
            </a:r>
            <a:br/>
            <a:r>
              <a:t>Review &amp; Setuju</a:t>
            </a:r>
          </a:p>
        </p:txBody>
      </p:sp>
      <p:sp>
        <p:nvSpPr>
          <p:cNvPr id="8" name="Down Arrow 7"/>
          <p:cNvSpPr/>
          <p:nvPr/>
        </p:nvSpPr>
        <p:spPr>
          <a:xfrm>
            <a:off x="5669280" y="2743200"/>
            <a:ext cx="274320" cy="365760"/>
          </a:xfrm>
          <a:prstGeom prst="downArrow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0" y="2926080"/>
            <a:ext cx="3657600" cy="548640"/>
          </a:xfrm>
          <a:prstGeom prst="roundRect">
            <a:avLst/>
          </a:prstGeom>
          <a:solidFill>
            <a:srgbClr val="1ABC9C"/>
          </a:solidFill>
          <a:ln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MANAGER</a:t>
            </a:r>
            <a:br/>
            <a:r>
              <a:t>APPROVED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669280" y="3474720"/>
            <a:ext cx="274320" cy="365760"/>
          </a:xfrm>
          <a:prstGeom prst="downArrow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800" y="3657600"/>
            <a:ext cx="3657600" cy="548640"/>
          </a:xfrm>
          <a:prstGeom prst="round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ADMIN</a:t>
            </a:r>
            <a:br/>
            <a:r>
              <a:t>Assign Vehicle &amp; Driver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669280" y="4206240"/>
            <a:ext cx="274320" cy="365760"/>
          </a:xfrm>
          <a:prstGeom prst="downArrow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114800" y="4389120"/>
            <a:ext cx="3657600" cy="548640"/>
          </a:xfrm>
          <a:prstGeom prst="roundRect">
            <a:avLst/>
          </a:prstGeom>
          <a:solidFill>
            <a:srgbClr val="1ABC9C"/>
          </a:solidFill>
          <a:ln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ADMIN</a:t>
            </a:r>
            <a:br/>
            <a:r>
              <a:t>APPROVED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669280" y="4937760"/>
            <a:ext cx="274320" cy="365760"/>
          </a:xfrm>
          <a:prstGeom prst="downArrow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114800" y="5120640"/>
            <a:ext cx="3657600" cy="548640"/>
          </a:xfrm>
          <a:prstGeom prst="roundRect">
            <a:avLst/>
          </a:prstGeom>
          <a:solidFill>
            <a:srgbClr val="E74C3C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DRIVER</a:t>
            </a:r>
            <a:br/>
            <a:r>
              <a:t>Mulai Perjalanan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5669280" y="5669280"/>
            <a:ext cx="274320" cy="365760"/>
          </a:xfrm>
          <a:prstGeom prst="downArrow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114800" y="5852160"/>
            <a:ext cx="3657600" cy="548640"/>
          </a:xfrm>
          <a:prstGeom prst="round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COMPLETED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D700"/>
                </a:solidFill>
              </a:defRPr>
            </a:pPr>
            <a:r>
              <a:t>FLOWCHART DENGAN KEPUTUSAN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22960"/>
            <a:ext cx="3200400" cy="548640"/>
          </a:xfrm>
          <a:prstGeom prst="roundRect">
            <a:avLst/>
          </a:prstGeom>
          <a:solidFill>
            <a:srgbClr val="9B59B6"/>
          </a:solidFill>
          <a:ln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KARYAWAN</a:t>
            </a:r>
            <a:br/>
            <a:r>
              <a:t>Submit Request</a:t>
            </a:r>
          </a:p>
        </p:txBody>
      </p:sp>
      <p:sp>
        <p:nvSpPr>
          <p:cNvPr id="4" name="Down Arrow 3"/>
          <p:cNvSpPr/>
          <p:nvPr/>
        </p:nvSpPr>
        <p:spPr>
          <a:xfrm>
            <a:off x="1828800" y="1371600"/>
            <a:ext cx="274320" cy="365760"/>
          </a:xfrm>
          <a:prstGeom prst="downArrow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3200400" cy="548640"/>
          </a:xfrm>
          <a:prstGeom prst="round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STATUS:</a:t>
            </a:r>
            <a:br/>
            <a:r>
              <a:t>PENDING</a:t>
            </a:r>
          </a:p>
        </p:txBody>
      </p:sp>
      <p:sp>
        <p:nvSpPr>
          <p:cNvPr id="6" name="Down Arrow 5"/>
          <p:cNvSpPr/>
          <p:nvPr/>
        </p:nvSpPr>
        <p:spPr>
          <a:xfrm>
            <a:off x="1828800" y="2103120"/>
            <a:ext cx="274320" cy="365760"/>
          </a:xfrm>
          <a:prstGeom prst="downArrow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1097280" y="2286000"/>
            <a:ext cx="1645920" cy="914400"/>
          </a:xfrm>
          <a:prstGeom prst="diamond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00000"/>
                </a:solidFill>
              </a:defRPr>
            </a:pPr>
            <a:r>
              <a:t>MANAGER</a:t>
            </a:r>
            <a:br/>
            <a:r>
              <a:t>APPROVE?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3474720"/>
            <a:ext cx="1645920" cy="457200"/>
          </a:xfrm>
          <a:prstGeom prst="round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YA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35661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E74C3C"/>
                </a:solidFill>
              </a:defRPr>
            </a:pPr>
            <a:r>
              <a:t>TIDAK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3931920"/>
            <a:ext cx="1645920" cy="457200"/>
          </a:xfrm>
          <a:prstGeom prst="roundRect">
            <a:avLst/>
          </a:prstGeom>
          <a:solidFill>
            <a:srgbClr val="1ABC9C"/>
          </a:solidFill>
          <a:ln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MANAGER</a:t>
            </a:r>
            <a:br/>
            <a:r>
              <a:t>APPROVED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4389120"/>
            <a:ext cx="1645920" cy="457200"/>
          </a:xfrm>
          <a:prstGeom prst="roundRect">
            <a:avLst/>
          </a:prstGeom>
          <a:solidFill>
            <a:srgbClr val="E74C3C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MANAGER</a:t>
            </a:r>
            <a:br/>
            <a:r>
              <a:t>REJECTED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3474720"/>
            <a:ext cx="3200400" cy="548640"/>
          </a:xfrm>
          <a:prstGeom prst="round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ADMIN</a:t>
            </a:r>
            <a:br/>
            <a:r>
              <a:t>Assign Vehicle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0233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|</a:t>
            </a:r>
          </a:p>
        </p:txBody>
      </p:sp>
      <p:sp>
        <p:nvSpPr>
          <p:cNvPr id="14" name="Diamond 13"/>
          <p:cNvSpPr/>
          <p:nvPr/>
        </p:nvSpPr>
        <p:spPr>
          <a:xfrm>
            <a:off x="5760720" y="3931920"/>
            <a:ext cx="1645920" cy="914400"/>
          </a:xfrm>
          <a:prstGeom prst="diamond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00000"/>
                </a:solidFill>
              </a:defRPr>
            </a:pPr>
            <a:r>
              <a:t>ADMIN</a:t>
            </a:r>
            <a:br/>
            <a:r>
              <a:t>ASSIGN?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5120640"/>
            <a:ext cx="1645920" cy="457200"/>
          </a:xfrm>
          <a:prstGeom prst="round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YA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52120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E74C3C"/>
                </a:solidFill>
              </a:defRPr>
            </a:pPr>
            <a:r>
              <a:t>TIDAK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46320" y="5577840"/>
            <a:ext cx="1645920" cy="457200"/>
          </a:xfrm>
          <a:prstGeom prst="roundRect">
            <a:avLst/>
          </a:prstGeom>
          <a:solidFill>
            <a:srgbClr val="1ABC9C"/>
          </a:solidFill>
          <a:ln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ADMIN</a:t>
            </a:r>
            <a:br/>
            <a:r>
              <a:t>APPROVED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5577840"/>
            <a:ext cx="1645920" cy="457200"/>
          </a:xfrm>
          <a:prstGeom prst="roundRect">
            <a:avLst/>
          </a:prstGeom>
          <a:solidFill>
            <a:srgbClr val="E74C3C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ADMIN</a:t>
            </a:r>
            <a:br/>
            <a:r>
              <a:t>REJECTED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8463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v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120640"/>
            <a:ext cx="3200400" cy="548640"/>
          </a:xfrm>
          <a:prstGeom prst="round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Lanjut ke</a:t>
            </a:r>
            <a:br/>
            <a:r>
              <a:t>Driver Mulai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D700"/>
                </a:solidFill>
              </a:defRPr>
            </a:pPr>
            <a:r>
              <a:t>DIAGRAM ALUR STATUS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1828800" cy="640080"/>
          </a:xfrm>
          <a:prstGeom prst="round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PENDING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0972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--&gt;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914400"/>
            <a:ext cx="2011680" cy="640080"/>
          </a:xfrm>
          <a:prstGeom prst="round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MANAGER_APPROVED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972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--&gt;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80" y="914400"/>
            <a:ext cx="2011680" cy="640080"/>
          </a:xfrm>
          <a:prstGeom prst="roundRect">
            <a:avLst/>
          </a:prstGeom>
          <a:solidFill>
            <a:srgbClr val="9B59B6"/>
          </a:solidFill>
          <a:ln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ADMIN_APPROVED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10972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--&gt;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914400"/>
            <a:ext cx="2011680" cy="640080"/>
          </a:xfrm>
          <a:prstGeom prst="round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IN_PROGRESS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10972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--&gt;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0" y="914400"/>
            <a:ext cx="1828800" cy="640080"/>
          </a:xfrm>
          <a:prstGeom prst="round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COMPLETED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Status Tambahan (Penolakan):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68880"/>
            <a:ext cx="2011680" cy="457200"/>
          </a:xfrm>
          <a:prstGeom prst="roundRect">
            <a:avLst/>
          </a:prstGeom>
          <a:solidFill>
            <a:srgbClr val="E74C3C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MANAGER_REJECTED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2468880"/>
            <a:ext cx="1828800" cy="457200"/>
          </a:xfrm>
          <a:prstGeom prst="roundRect">
            <a:avLst/>
          </a:prstGeom>
          <a:solidFill>
            <a:srgbClr val="E74C3C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ADMIN_REJECTED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2468880"/>
            <a:ext cx="2011680" cy="457200"/>
          </a:xfrm>
          <a:prstGeom prst="roundRect">
            <a:avLst/>
          </a:prstGeom>
          <a:solidFill>
            <a:srgbClr val="E74C3C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DRIVER_CANCELLED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2918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Catatan: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74903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- Jika Manager peminta, status langsung MANAGER_APPROVED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023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- Saat ADMIN_APPROVED, kendaraan otomatis status 'in_use'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2976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- Saat COMPLETED, kendaraan kembali 'available'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D700"/>
                </a:solidFill>
              </a:defRPr>
            </a:pPr>
            <a:r>
              <a:t>FLOWCHART: MULAI PERJALANAN (DRIVER)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914400"/>
            <a:ext cx="9144000" cy="502920"/>
          </a:xfrm>
          <a:prstGeom prst="round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1. Driver Login Sistem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600200"/>
            <a:ext cx="9144000" cy="502920"/>
          </a:xfrm>
          <a:prstGeom prst="round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2. Tampilkan Trip Ditugaskan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286000"/>
            <a:ext cx="9144000" cy="502920"/>
          </a:xfrm>
          <a:prstGeom prst="roundRect">
            <a:avLst/>
          </a:prstGeom>
          <a:solidFill>
            <a:srgbClr val="9B59B6"/>
          </a:solidFill>
          <a:ln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3. Klik 'Mulai Perjalanan'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971800"/>
            <a:ext cx="9144000" cy="502920"/>
          </a:xfrm>
          <a:prstGeom prst="roundRect">
            <a:avLst/>
          </a:prstGeom>
          <a:solidFill>
            <a:srgbClr val="9B59B6"/>
          </a:solidFill>
          <a:ln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4. Input Start KM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657600"/>
            <a:ext cx="9144000" cy="502920"/>
          </a:xfrm>
          <a:prstGeom prst="roundRect">
            <a:avLst/>
          </a:prstGeom>
          <a:solidFill>
            <a:srgbClr val="1ABC9C"/>
          </a:solidFill>
          <a:ln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5. Simpan UsageRecord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343400"/>
            <a:ext cx="9144000" cy="502920"/>
          </a:xfrm>
          <a:prstGeom prst="roundRect">
            <a:avLst/>
          </a:prstGeom>
          <a:solidFill>
            <a:srgbClr val="1ABC9C"/>
          </a:solidFill>
          <a:ln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6. Update Status: IN_PROGRESS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5029200"/>
            <a:ext cx="9144000" cy="502920"/>
          </a:xfrm>
          <a:prstGeom prst="round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7. Update Vehicle: in_use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5715000"/>
            <a:ext cx="9144000" cy="502920"/>
          </a:xfrm>
          <a:prstGeom prst="round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8. Kirim Notifikasi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D700"/>
                </a:solidFill>
              </a:defRPr>
            </a:pPr>
            <a:r>
              <a:t>FLOWCHART: SELESAI PERJALANAN (DRIVER)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914400"/>
            <a:ext cx="9144000" cy="502920"/>
          </a:xfrm>
          <a:prstGeom prst="round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1. Driver Login - Trip IN_PROGRESS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508760"/>
            <a:ext cx="9144000" cy="502920"/>
          </a:xfrm>
          <a:prstGeom prst="roundRect">
            <a:avLst/>
          </a:prstGeom>
          <a:solidFill>
            <a:srgbClr val="9B59B6"/>
          </a:solidFill>
          <a:ln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2. Klik 'Selesai Perjalanan'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103120"/>
            <a:ext cx="9144000" cy="502920"/>
          </a:xfrm>
          <a:prstGeom prst="roundRect">
            <a:avLst/>
          </a:prstGeom>
          <a:solidFill>
            <a:srgbClr val="9B59B6"/>
          </a:solidFill>
          <a:ln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3. Input End KM + Notes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697480"/>
            <a:ext cx="9144000" cy="502920"/>
          </a:xfrm>
          <a:prstGeom prst="roundRect">
            <a:avLst/>
          </a:prstGeom>
          <a:solidFill>
            <a:srgbClr val="1ABC9C"/>
          </a:solidFill>
          <a:ln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4. Update UsageRecord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291840"/>
            <a:ext cx="9144000" cy="502920"/>
          </a:xfrm>
          <a:prstGeom prst="roundRect">
            <a:avLst/>
          </a:prstGeom>
          <a:solidFill>
            <a:srgbClr val="1ABC9C"/>
          </a:solidFill>
          <a:ln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5. Update Vehicle: available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886200"/>
            <a:ext cx="9144000" cy="502920"/>
          </a:xfrm>
          <a:prstGeom prst="round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6. Update current_kilometer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4480560"/>
            <a:ext cx="9144000" cy="502920"/>
          </a:xfrm>
          <a:prstGeom prst="round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7. Update Status: COMPLETED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5074920"/>
            <a:ext cx="9144000" cy="502920"/>
          </a:xfrm>
          <a:prstGeom prst="round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8. Kirim Notifikasi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5669280"/>
            <a:ext cx="6400800" cy="502920"/>
          </a:xfrm>
          <a:prstGeom prst="round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9. TRIP SELESAI!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D700"/>
                </a:solidFill>
              </a:defRPr>
            </a:pPr>
            <a:r>
              <a:t>RINGKASAN ROLE &amp; FITUR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B59B6"/>
                </a:solidFill>
              </a:defRPr>
            </a:pPr>
            <a:r>
              <a:t>KARYAWAN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Aksi: Buat permintaan</a:t>
            </a:r>
            <a:br/>
            <a:r>
              <a:t>Output: Request PENDING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8229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498DB"/>
                </a:solidFill>
              </a:defRPr>
            </a:pPr>
            <a:r>
              <a:t>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1887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Aksi: Review &amp; Approve/Tolak</a:t>
            </a:r>
            <a:br/>
            <a:r>
              <a:t>Output: MANAGER_APPROVED/REJECTED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8229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B59B6"/>
                </a:solidFill>
              </a:defRPr>
            </a:pPr>
            <a:r>
              <a:t>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1887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Aksi: Assign vehicle &amp; driver</a:t>
            </a:r>
            <a:br/>
            <a:r>
              <a:t>Output: ADMIN_APPROVED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8229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74C3C"/>
                </a:solidFill>
              </a:defRPr>
            </a:pPr>
            <a:r>
              <a:t>DRIVER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118872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Aksi: Mulai/selesai trip</a:t>
            </a:r>
            <a:br/>
            <a:r>
              <a:t>Output: COMPLETED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432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Catatan Penting: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08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- Notifikasi otomatis dikirim ke step berikutnya dalam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832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- Vehicle availability berubah otomatis (available/in_use)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657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- UsageRecord menyimpan data KM untuk laporan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