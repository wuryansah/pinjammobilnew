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78292" y="3210853"/>
            <a:ext cx="313836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rPr dirty="0"/>
              <a:t>FLOWCHART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E9884B-BDDC-8333-4E17-362533507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066" y="1611297"/>
            <a:ext cx="3093868" cy="30938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6871DE-1E73-392E-8BB0-0F4BEBCD2E0F}"/>
              </a:ext>
            </a:extLst>
          </p:cNvPr>
          <p:cNvSpPr txBox="1"/>
          <p:nvPr/>
        </p:nvSpPr>
        <p:spPr>
          <a:xfrm>
            <a:off x="4182164" y="2356616"/>
            <a:ext cx="586173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rPr lang="en-US" sz="5400" dirty="0"/>
              <a:t>PINJAMMOBIL APP</a:t>
            </a:r>
            <a:endParaRPr lang="en-ID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FLOWCHART PROSES UTAMA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731520"/>
            <a:ext cx="3657600" cy="54864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KARYAWAN</a:t>
            </a:r>
            <a:br/>
            <a:r>
              <a:t>Buat Permintaan</a:t>
            </a:r>
          </a:p>
        </p:txBody>
      </p:sp>
      <p:sp>
        <p:nvSpPr>
          <p:cNvPr id="4" name="Down Arrow 3"/>
          <p:cNvSpPr/>
          <p:nvPr/>
        </p:nvSpPr>
        <p:spPr>
          <a:xfrm>
            <a:off x="5669280" y="128016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0" y="1463040"/>
            <a:ext cx="3657600" cy="54864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(Menunggu)</a:t>
            </a:r>
          </a:p>
        </p:txBody>
      </p:sp>
      <p:sp>
        <p:nvSpPr>
          <p:cNvPr id="6" name="Down Arrow 5"/>
          <p:cNvSpPr/>
          <p:nvPr/>
        </p:nvSpPr>
        <p:spPr>
          <a:xfrm>
            <a:off x="5669280" y="201168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0" y="2194560"/>
            <a:ext cx="3657600" cy="54864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MANAGER</a:t>
            </a:r>
            <a:br/>
            <a:r>
              <a:t>Review &amp; Setuju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69280" y="274320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0" y="2926080"/>
            <a:ext cx="3657600" cy="54864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MANAGER</a:t>
            </a:r>
            <a:br/>
            <a:r>
              <a:t>APPROVED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669280" y="347472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0" y="3657600"/>
            <a:ext cx="3657600" cy="54864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</a:t>
            </a:r>
            <a:br/>
            <a:r>
              <a:t>Assign Vehicle &amp; Driver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669280" y="420624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14800" y="4389120"/>
            <a:ext cx="3657600" cy="54864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</a:t>
            </a:r>
            <a:br/>
            <a:r>
              <a:t>APPROVED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669280" y="493776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14800" y="5120640"/>
            <a:ext cx="3657600" cy="54864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DRIVER</a:t>
            </a:r>
            <a:br/>
            <a:r>
              <a:t>Mulai Perjalanan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669280" y="566928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114800" y="5852160"/>
            <a:ext cx="3657600" cy="54864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FLOWCHART DENGAN KEPUTUSAN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3200400" cy="54864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KARYAWAN</a:t>
            </a:r>
            <a:br/>
            <a:r>
              <a:t>Submit Request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200400" cy="54864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STATUS:</a:t>
            </a:r>
            <a:br/>
            <a:r>
              <a:t>PENDING</a:t>
            </a:r>
          </a:p>
        </p:txBody>
      </p:sp>
      <p:sp>
        <p:nvSpPr>
          <p:cNvPr id="6" name="Down Arrow 5"/>
          <p:cNvSpPr/>
          <p:nvPr/>
        </p:nvSpPr>
        <p:spPr>
          <a:xfrm>
            <a:off x="1828800" y="1281936"/>
            <a:ext cx="274320" cy="365760"/>
          </a:xfrm>
          <a:prstGeom prst="downArrow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C00000"/>
              </a:solidFill>
              <a:highlight>
                <a:srgbClr val="00FF00"/>
              </a:highlight>
            </a:endParaRPr>
          </a:p>
        </p:txBody>
      </p:sp>
      <p:sp>
        <p:nvSpPr>
          <p:cNvPr id="7" name="Diamond 6"/>
          <p:cNvSpPr/>
          <p:nvPr/>
        </p:nvSpPr>
        <p:spPr>
          <a:xfrm>
            <a:off x="1143000" y="2281117"/>
            <a:ext cx="1645920" cy="914400"/>
          </a:xfrm>
          <a:prstGeom prst="diamond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MANAGER</a:t>
            </a:r>
            <a:br/>
            <a:r>
              <a:t>APPROVE?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7271" y="3519552"/>
            <a:ext cx="1645920" cy="45720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06997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E74C3C"/>
                </a:solidFill>
              </a:defRPr>
            </a:pPr>
            <a:r>
              <a:rPr dirty="0"/>
              <a:t>TIDAK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87271" y="4021584"/>
            <a:ext cx="1645920" cy="45720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rPr dirty="0"/>
              <a:t>MANAGER</a:t>
            </a:r>
            <a:br>
              <a:rPr dirty="0"/>
            </a:br>
            <a:r>
              <a:rPr dirty="0"/>
              <a:t>APPROVED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951" y="3977640"/>
            <a:ext cx="1645920" cy="45720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rPr dirty="0"/>
              <a:t>MANAGER</a:t>
            </a:r>
            <a:br>
              <a:rPr dirty="0"/>
            </a:br>
            <a:r>
              <a:rPr dirty="0"/>
              <a:t>REJECTED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0334" y="3930144"/>
            <a:ext cx="3200400" cy="54864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</a:t>
            </a:r>
            <a:br/>
            <a:r>
              <a:t>Assign Vehicle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023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|</a:t>
            </a:r>
          </a:p>
        </p:txBody>
      </p:sp>
      <p:sp>
        <p:nvSpPr>
          <p:cNvPr id="14" name="Diamond 13"/>
          <p:cNvSpPr/>
          <p:nvPr/>
        </p:nvSpPr>
        <p:spPr>
          <a:xfrm>
            <a:off x="9090734" y="3747264"/>
            <a:ext cx="1645920" cy="914400"/>
          </a:xfrm>
          <a:prstGeom prst="diamond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rPr dirty="0"/>
              <a:t>ADMIN</a:t>
            </a:r>
            <a:br>
              <a:rPr dirty="0"/>
            </a:br>
            <a:r>
              <a:rPr dirty="0"/>
              <a:t>ASSIGN?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13694" y="4935097"/>
            <a:ext cx="1645920" cy="45720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288711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E74C3C"/>
                </a:solidFill>
              </a:defRPr>
            </a:pPr>
            <a:r>
              <a:rPr dirty="0"/>
              <a:t>TIDAK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13694" y="5623560"/>
            <a:ext cx="1645920" cy="45720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ADMIN</a:t>
            </a:r>
            <a:br/>
            <a:r>
              <a:t>APPROVED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46080" y="3200400"/>
            <a:ext cx="1645920" cy="45720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rPr dirty="0"/>
              <a:t>ADMIN</a:t>
            </a:r>
            <a:br>
              <a:rPr dirty="0"/>
            </a:br>
            <a:r>
              <a:rPr dirty="0"/>
              <a:t>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46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0334" y="5577840"/>
            <a:ext cx="3200400" cy="54864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Lanjut ke</a:t>
            </a:r>
            <a:br/>
            <a:r>
              <a:t>Driver Mulai</a:t>
            </a:r>
          </a:p>
        </p:txBody>
      </p:sp>
      <p:sp>
        <p:nvSpPr>
          <p:cNvPr id="21" name="Down Arrow 5">
            <a:extLst>
              <a:ext uri="{FF2B5EF4-FFF2-40B4-BE49-F238E27FC236}">
                <a16:creationId xmlns:a16="http://schemas.microsoft.com/office/drawing/2014/main" id="{879C77A9-6741-3490-8664-EC375A16A695}"/>
              </a:ext>
            </a:extLst>
          </p:cNvPr>
          <p:cNvSpPr/>
          <p:nvPr/>
        </p:nvSpPr>
        <p:spPr>
          <a:xfrm>
            <a:off x="1826284" y="2036315"/>
            <a:ext cx="274320" cy="365760"/>
          </a:xfrm>
          <a:prstGeom prst="downArrow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C00000"/>
              </a:solidFill>
              <a:highlight>
                <a:srgbClr val="00FF00"/>
              </a:highlight>
            </a:endParaRPr>
          </a:p>
        </p:txBody>
      </p:sp>
      <p:sp>
        <p:nvSpPr>
          <p:cNvPr id="22" name="Down Arrow 5">
            <a:extLst>
              <a:ext uri="{FF2B5EF4-FFF2-40B4-BE49-F238E27FC236}">
                <a16:creationId xmlns:a16="http://schemas.microsoft.com/office/drawing/2014/main" id="{B19D7D16-67CE-8B95-CC9A-51CB3AE3F30F}"/>
              </a:ext>
            </a:extLst>
          </p:cNvPr>
          <p:cNvSpPr/>
          <p:nvPr/>
        </p:nvSpPr>
        <p:spPr>
          <a:xfrm rot="1904104">
            <a:off x="1179701" y="2802336"/>
            <a:ext cx="274320" cy="901081"/>
          </a:xfrm>
          <a:prstGeom prst="downArrow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C00000"/>
              </a:solidFill>
              <a:highlight>
                <a:srgbClr val="00FF00"/>
              </a:highlight>
            </a:endParaRPr>
          </a:p>
        </p:txBody>
      </p:sp>
      <p:sp>
        <p:nvSpPr>
          <p:cNvPr id="23" name="Down Arrow 5">
            <a:extLst>
              <a:ext uri="{FF2B5EF4-FFF2-40B4-BE49-F238E27FC236}">
                <a16:creationId xmlns:a16="http://schemas.microsoft.com/office/drawing/2014/main" id="{C79EC59A-8B72-39AF-0F27-B5AED07C1485}"/>
              </a:ext>
            </a:extLst>
          </p:cNvPr>
          <p:cNvSpPr/>
          <p:nvPr/>
        </p:nvSpPr>
        <p:spPr>
          <a:xfrm rot="19388887">
            <a:off x="2477078" y="2834838"/>
            <a:ext cx="274320" cy="839172"/>
          </a:xfrm>
          <a:prstGeom prst="downArrow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C00000"/>
              </a:solidFill>
              <a:highlight>
                <a:srgbClr val="00FF00"/>
              </a:highlight>
            </a:endParaRPr>
          </a:p>
        </p:txBody>
      </p:sp>
      <p:sp>
        <p:nvSpPr>
          <p:cNvPr id="24" name="Down Arrow 5">
            <a:extLst>
              <a:ext uri="{FF2B5EF4-FFF2-40B4-BE49-F238E27FC236}">
                <a16:creationId xmlns:a16="http://schemas.microsoft.com/office/drawing/2014/main" id="{101C1DA8-7C3A-032B-B7D4-C00FE0ACAC25}"/>
              </a:ext>
            </a:extLst>
          </p:cNvPr>
          <p:cNvSpPr/>
          <p:nvPr/>
        </p:nvSpPr>
        <p:spPr>
          <a:xfrm rot="16200000">
            <a:off x="4983480" y="3427224"/>
            <a:ext cx="274320" cy="1645920"/>
          </a:xfrm>
          <a:prstGeom prst="downArrow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C00000"/>
              </a:solidFill>
              <a:highlight>
                <a:srgbClr val="00FF00"/>
              </a:highlight>
            </a:endParaRPr>
          </a:p>
        </p:txBody>
      </p:sp>
      <p:sp>
        <p:nvSpPr>
          <p:cNvPr id="25" name="Down Arrow 5">
            <a:extLst>
              <a:ext uri="{FF2B5EF4-FFF2-40B4-BE49-F238E27FC236}">
                <a16:creationId xmlns:a16="http://schemas.microsoft.com/office/drawing/2014/main" id="{0831EF43-A5DB-98A8-CE92-92A9BABF60C5}"/>
              </a:ext>
            </a:extLst>
          </p:cNvPr>
          <p:cNvSpPr/>
          <p:nvPr/>
        </p:nvSpPr>
        <p:spPr>
          <a:xfrm rot="13453570">
            <a:off x="10395539" y="2786628"/>
            <a:ext cx="274320" cy="1226412"/>
          </a:xfrm>
          <a:prstGeom prst="downArrow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C00000"/>
              </a:solidFill>
              <a:highlight>
                <a:srgbClr val="00FF00"/>
              </a:highlight>
            </a:endParaRPr>
          </a:p>
        </p:txBody>
      </p:sp>
      <p:sp>
        <p:nvSpPr>
          <p:cNvPr id="26" name="Down Arrow 5">
            <a:extLst>
              <a:ext uri="{FF2B5EF4-FFF2-40B4-BE49-F238E27FC236}">
                <a16:creationId xmlns:a16="http://schemas.microsoft.com/office/drawing/2014/main" id="{28C6AABA-F8CB-824E-57A2-53D87E54EA6C}"/>
              </a:ext>
            </a:extLst>
          </p:cNvPr>
          <p:cNvSpPr/>
          <p:nvPr/>
        </p:nvSpPr>
        <p:spPr>
          <a:xfrm rot="19288966">
            <a:off x="10270845" y="4343911"/>
            <a:ext cx="274320" cy="748670"/>
          </a:xfrm>
          <a:prstGeom prst="downArrow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C00000"/>
              </a:solidFill>
              <a:highlight>
                <a:srgbClr val="00FF00"/>
              </a:highlight>
            </a:endParaRPr>
          </a:p>
        </p:txBody>
      </p:sp>
      <p:sp>
        <p:nvSpPr>
          <p:cNvPr id="27" name="Down Arrow 5">
            <a:extLst>
              <a:ext uri="{FF2B5EF4-FFF2-40B4-BE49-F238E27FC236}">
                <a16:creationId xmlns:a16="http://schemas.microsoft.com/office/drawing/2014/main" id="{F359FA58-7F9C-2573-F887-6F3D8CC1757B}"/>
              </a:ext>
            </a:extLst>
          </p:cNvPr>
          <p:cNvSpPr/>
          <p:nvPr/>
        </p:nvSpPr>
        <p:spPr>
          <a:xfrm rot="5400000">
            <a:off x="9313905" y="5304955"/>
            <a:ext cx="274320" cy="1111279"/>
          </a:xfrm>
          <a:prstGeom prst="downArrow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C00000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DIAGRAM ALUR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828800" cy="64008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--&gt;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914400"/>
            <a:ext cx="2011680" cy="64008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MANAGER_APPROVED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--&gt;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914400"/>
            <a:ext cx="2011680" cy="64008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ADMIN_APPROVED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097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--&gt;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914400"/>
            <a:ext cx="2011680" cy="64008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IN_PROGRESS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--&gt;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914400"/>
            <a:ext cx="1828800" cy="64008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Status Tambahan (Penolakan):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2011680" cy="45720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MANAGER_REJECTED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468880"/>
            <a:ext cx="1828800" cy="45720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ADMIN_REJECTED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468880"/>
            <a:ext cx="2011680" cy="45720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DRIVER_CANCELLED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Catatan: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- Jika Manager peminta, status langsung MANAGER_APPROVED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- Saat ADMIN_APPROVED, kendaraan otomatis status 'in_use'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- Saat COMPLETED, kendaraan kembali 'available'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FLOWCHART: MULAI PERJALANAN (DRIVER)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144000" cy="50292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Driver Login Sistem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00200"/>
            <a:ext cx="9144000" cy="50292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Tampilkan Trip Ditugaskan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9144000" cy="50292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Klik 'Mulai Perjalanan'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971800"/>
            <a:ext cx="9144000" cy="50292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Input Start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657600"/>
            <a:ext cx="9144000" cy="50292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Simpan UsageRecord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343400"/>
            <a:ext cx="9144000" cy="50292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Update Status: IN_PROGRESS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029200"/>
            <a:ext cx="9144000" cy="50292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7. Update Vehicle: in_use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715000"/>
            <a:ext cx="914400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8. Kirim Notifikasi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FLOWCHART: SELESAI PERJALANAN (DRIVER)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144000" cy="50292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Driver Login - Trip IN_PROGRESS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08760"/>
            <a:ext cx="9144000" cy="50292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Klik 'Selesai Perjalanan'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144000" cy="50292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Input End KM +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697480"/>
            <a:ext cx="9144000" cy="50292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Update UsageRecord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91840"/>
            <a:ext cx="9144000" cy="50292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Update Vehicle: 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86200"/>
            <a:ext cx="9144000" cy="50292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Update current_kilometer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480560"/>
            <a:ext cx="914400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7. Update Status: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074920"/>
            <a:ext cx="914400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8. Kirim Notifikasi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669280"/>
            <a:ext cx="640080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9. TRIP SELESAI!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RINGKASAN ROLE &amp; FITUR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</a:defRPr>
            </a:pPr>
            <a:r>
              <a:t>KARYAWAN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Aksi: Buat permintaan</a:t>
            </a:r>
            <a:br/>
            <a:r>
              <a:t>Output: Request PENDING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822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887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Aksi: Review &amp; Approve/Tolak</a:t>
            </a:r>
            <a:br/>
            <a:r>
              <a:t>Output: MANAGER_APPROVED/REJECTED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822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</a:defRPr>
            </a:pPr>
            <a: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1887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Aksi: Assign vehicle &amp; driver</a:t>
            </a:r>
            <a:br/>
            <a:r>
              <a:t>Output: ADMIN_APPROVED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822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1887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Aksi: Mulai/selesai trip</a:t>
            </a:r>
            <a:br/>
            <a:r>
              <a:t>Output: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Catatan Penting: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- Notifikasi otomatis dikirim ke step berikutnya dalam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- Vehicle availability berubah otomatis (available/in_use)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- UsageRecord menyimpan data KM untuk laporan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345</Words>
  <Application>Microsoft Office PowerPoint</Application>
  <PresentationFormat>Widescreen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2026-04-27T10:00:20Z</dcterms:modified>
  <cp:category/>
</cp:coreProperties>
</file>