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PROSEDUR SISTEM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PINJAM MOBIL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Gambaran Umum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Sistem Pinjam Mobil adalah aplikasi berbasis web untuk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mengelola peminjaman kendaraan perusahaan.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Fitur Utama: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Pengelolaan data kendaraan (armada)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Penerimaan dan persetujuan permintaan mobil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Penugasan driver dan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Pelacakan penggunaan (start KM, end KM)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Monitor bahan bakar dan laporan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Jenis Pengguna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ADMIN - Kelola kendaraan, driver, pengguna, approve/request, generate laporan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MANAGER - Approve permintaan kendaraan dari bawahannya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DRIVER - Mengemudikan kendaraan, mulai/selesaikan perjalanan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• KARYAWAN - Membuat permintaan peminjaman kendaraan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1: Login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Buka halaman login sistem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Masukkan email dan password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Klik tombol 'Login'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Catatan: Password default adalah 'password' untuk user baru.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Admin harus mengganti setelah login pertama.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2: Membuat Permintaan (Karyawan)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Klik menu 'Permintaan' atau 'Requests'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Klik tombol '+ Buat Permintaan Baru'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Isi formulir: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Tujuan (destination)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Keperluan (purpose)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Tanggal/waktu mulai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Tanggal/waktu selesai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'Simpan' atau 'Submit'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Status akan menjadi 'Pending' menunggu persetujuan manager.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3: Persetujuan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Manager menerima notifikasi permintaan baru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Buka menu 'Permintaan'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Lihat detail permintaan karyawan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Pilih action: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SETUJU - Kirim ke admin untuk penugasan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TOLAK - Berikan alasan penolakan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Klik tombol proses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Jika user adalah Manager (self-request), status langsung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menjadi 'Manager Approved'.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4: Penugasaan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Admin menerima notifikasi request yang di-approve manager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Buka detail permintaan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Pilih kendaraan yang tersedia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Pilih driver yang akan bertugas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Tambah catatan jika diperlukan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Klik 'Setuju &amp; Tugaskan'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Alternatif: Admin bisa menolak dengan klik 'Tolak'.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5: Memulai Perjalanan (Driver)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Driver menerima notifikasi penugasan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Buka menu 'Permintaan'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Cari trip yang ditugaskan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'Mulai Perjalanan'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Input kilometer awal (start KM)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Klik 'Simpan'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Status berubah menjadi 'In Progress' (sedang berlangsung).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6: Menyelesaikan Perjalanan (Driver)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Setelah sampai tujuan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Klik 'Selesai Perjalanan'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Input: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Kilometer akhir (end KM)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Catatan perjalanan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'Simpan'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Kendaraan kembali tersedia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Status menjadi 'Completed' dan datausage seringkan untuk laporan.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7: Pencatatan Bahan Bakar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Akses menu 'BBM' atau 'Fuel'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Klik '+ Tambah Catatan BBM'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Isi formulir: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Pilih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 pengisisan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Jumlah liter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Total biaya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Upload bukti nota (opsional)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'Simpan'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Driver dan Admin dapat mencatat penggunaan BBM.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Langkah 8: Generate Laporan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Akses menu 'Laporan' atau 'Reports'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Pilih jenis laporan: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Laporan Riwayat Perjalanan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Laporan Penggunaan BBM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Filter berdasarkan: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Tanggal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Kendaraan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   • Driver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Klik 'Generate' atau 'Export PDF'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Laporan dapat di-export ke format 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TERIMA KASIH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Semoga prosedur ini membantu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